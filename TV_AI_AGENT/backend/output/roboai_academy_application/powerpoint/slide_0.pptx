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8288000" cy="10287000"/>
  <p:notesSz cx="6858000" cy="9144000"/>
  <p:embeddedFontLst>
    <p:embeddedFont>
      <p:font typeface="Bai Jamjuree" panose="020B0604020202020204" charset="-34"/>
      <p:regular r:id="rId3"/>
    </p:embeddedFont>
    <p:embeddedFont>
      <p:font typeface="Canva Sans Bold" panose="020B06040202020202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2" d="100"/>
          <a:sy n="62" d="100"/>
        </p:scale>
        <p:origin x="68" y="3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font" Target="fonts/font2.fntdata"/><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hyperlink" Target="http://www.roboai.fi/" TargetMode="External"/><Relationship Id="rId6"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 y="15"/>
            <a:ext cx="18287970" cy="10286985"/>
            <a:chOff x="0" y="0"/>
            <a:chExt cx="24383960" cy="13715980"/>
          </a:xfrm>
        </p:grpSpPr>
        <p:sp>
          <p:nvSpPr>
            <p:cNvPr id="3" name="Freeform 3" descr="Digital Connections"/>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2885" t="-10007" r="-17258" b="-77"/>
              </a:stretch>
            </a:blipFill>
          </p:spPr>
          <p:txBody>
            <a:bodyPr/>
            <a:lstStyle/>
            <a:p>
              <a:endParaRPr lang="LID4096"/>
            </a:p>
          </p:txBody>
        </p:sp>
      </p:grpSp>
      <p:sp>
        <p:nvSpPr>
          <p:cNvPr id="4" name="TextBox 4"/>
          <p:cNvSpPr txBox="1"/>
          <p:nvPr/>
        </p:nvSpPr>
        <p:spPr>
          <a:xfrm>
            <a:off x="6529672" y="2289894"/>
            <a:ext cx="11244196" cy="937902"/>
          </a:xfrm>
          <a:prstGeom prst="rect">
            <a:avLst/>
          </a:prstGeom>
        </p:spPr>
        <p:txBody>
          <a:bodyPr lIns="0" tIns="0" rIns="0" bIns="0" rtlCol="0" anchor="t">
            <a:spAutoFit/>
          </a:bodyPr>
          <a:lstStyle/>
          <a:p>
            <a:pPr algn="ctr">
              <a:lnSpc>
                <a:spcPts val="7765"/>
              </a:lnSpc>
              <a:spcBef>
                <a:spcPct val="0"/>
              </a:spcBef>
            </a:pPr>
            <a:r>
              <a:t>Apply to study at the RoboAI Academy!</a:t>
            </a:r>
          </a:p>
        </p:txBody>
      </p:sp>
      <p:sp>
        <p:nvSpPr>
          <p:cNvPr id="5" name="TextBox 5"/>
          <p:cNvSpPr txBox="1"/>
          <p:nvPr/>
        </p:nvSpPr>
        <p:spPr>
          <a:xfrm>
            <a:off x="8839313" y="4605486"/>
            <a:ext cx="6671137" cy="555982"/>
          </a:xfrm>
          <a:prstGeom prst="rect">
            <a:avLst/>
          </a:prstGeom>
        </p:spPr>
        <p:txBody>
          <a:bodyPr lIns="0" tIns="0" rIns="0" bIns="0" rtlCol="0" anchor="t">
            <a:spAutoFit/>
          </a:bodyPr>
          <a:lstStyle/>
          <a:p>
            <a:pPr algn="ctr">
              <a:lnSpc>
                <a:spcPts val="4507"/>
              </a:lnSpc>
              <a:spcBef>
                <a:spcPct val="0"/>
              </a:spcBef>
            </a:pPr>
            <a:r>
              <a:t>Information session on March 24, application period ends April 12, 2026</a:t>
            </a:r>
          </a:p>
        </p:txBody>
      </p:sp>
      <p:sp>
        <p:nvSpPr>
          <p:cNvPr id="6" name="TextBox 6"/>
          <p:cNvSpPr txBox="1"/>
          <p:nvPr/>
        </p:nvSpPr>
        <p:spPr>
          <a:xfrm>
            <a:off x="7725686" y="6450745"/>
            <a:ext cx="8898390" cy="463607"/>
          </a:xfrm>
          <a:prstGeom prst="rect">
            <a:avLst/>
          </a:prstGeom>
        </p:spPr>
        <p:txBody>
          <a:bodyPr lIns="0" tIns="0" rIns="0" bIns="0" rtlCol="0" anchor="t">
            <a:spAutoFit/>
          </a:bodyPr>
          <a:lstStyle/>
          <a:p>
            <a:pPr algn="ctr">
              <a:lnSpc>
                <a:spcPts val="3886"/>
              </a:lnSpc>
              <a:spcBef>
                <a:spcPct val="0"/>
              </a:spcBef>
            </a:pPr>
            <a:r>
              <a:t>The RoboAI Academy offers hands-on engineering learning through projects from companies. Applications for the group starting in autumn 2026 are open from March 24 to April 12. Eligibility is for engineering students of Satakunta University of Applied Sciences who have completed at least the first year.</a:t>
            </a:r>
          </a:p>
        </p:txBody>
      </p:sp>
      <p:sp>
        <p:nvSpPr>
          <p:cNvPr id="8" name="TextBox 8"/>
          <p:cNvSpPr txBox="1"/>
          <p:nvPr/>
        </p:nvSpPr>
        <p:spPr>
          <a:xfrm>
            <a:off x="1337205" y="6290187"/>
            <a:ext cx="4781658" cy="381643"/>
          </a:xfrm>
          <a:prstGeom prst="rect">
            <a:avLst/>
          </a:prstGeom>
        </p:spPr>
        <p:txBody>
          <a:bodyPr lIns="0" tIns="0" rIns="0" bIns="0" rtlCol="0" anchor="t">
            <a:spAutoFit/>
          </a:bodyPr>
          <a:lstStyle/>
          <a:p>
            <a:pPr algn="l">
              <a:lnSpc>
                <a:spcPts val="3240"/>
              </a:lnSpc>
            </a:pPr>
            <a:endParaRPr lang="en-US" sz="2400" u="sng" dirty="0">
              <a:solidFill>
                <a:srgbClr val="828282"/>
              </a:solidFill>
              <a:latin typeface="Bai Jamjuree"/>
              <a:ea typeface="Bai Jamjuree"/>
              <a:cs typeface="Bai Jamjuree"/>
              <a:sym typeface="Bai Jamjuree"/>
              <a:hlinkClick r:id="rId5" tooltip="http://www.roboai.fi/"/>
            </a:endParaRPr>
          </a:p>
        </p:txBody>
      </p:sp>
      <p:sp>
        <p:nvSpPr>
          <p:cNvPr id="11" name="TextBox 11"/>
          <p:cNvSpPr txBox="1"/>
          <p:nvPr/>
        </p:nvSpPr>
        <p:spPr>
          <a:xfrm>
            <a:off x="1337205" y="7999678"/>
            <a:ext cx="3856419" cy="352789"/>
          </a:xfrm>
          <a:prstGeom prst="rect">
            <a:avLst/>
          </a:prstGeom>
        </p:spPr>
        <p:txBody>
          <a:bodyPr lIns="0" tIns="0" rIns="0" bIns="0" rtlCol="0" anchor="t">
            <a:spAutoFit/>
          </a:bodyPr>
          <a:lstStyle/>
          <a:p>
            <a:pPr algn="l">
              <a:lnSpc>
                <a:spcPts val="2879"/>
              </a:lnSpc>
            </a:pPr>
            <a:endParaRPr lang="en-US" sz="2400" dirty="0">
              <a:solidFill>
                <a:srgbClr val="3DCCEB"/>
              </a:solidFill>
              <a:latin typeface="Bai Jamjuree"/>
              <a:ea typeface="Bai Jamjuree"/>
              <a:cs typeface="Bai Jamjuree"/>
              <a:sym typeface="Bai Jamjuree"/>
            </a:endParaRPr>
          </a:p>
        </p:txBody>
      </p:sp>
      <p:pic>
        <p:nvPicPr>
          <p:cNvPr id="12" name="Picture 11" descr="download_image0.png"/>
          <p:cNvPicPr>
            <a:picLocks noChangeAspect="1"/>
          </p:cNvPicPr>
          <p:nvPr/>
        </p:nvPicPr>
        <p:blipFill>
          <a:blip r:embed="rId6"/>
          <a:stretch>
            <a:fillRect/>
          </a:stretch>
        </p:blipFill>
        <p:spPr>
          <a:xfrm>
            <a:off x="657102" y="685800"/>
            <a:ext cx="5554980" cy="89026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11</Words>
  <Application>Microsoft Office PowerPoint</Application>
  <PresentationFormat>Custom</PresentationFormat>
  <Paragraphs>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Canva Sans Bold</vt:lpstr>
      <vt:lpstr>Bai Jamjuree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testing_</dc:title>
  <cp:lastModifiedBy>Min Myat Ngwe</cp:lastModifiedBy>
  <cp:revision>2</cp:revision>
  <dcterms:created xsi:type="dcterms:W3CDTF">2006-08-16T00:00:00Z</dcterms:created>
  <dcterms:modified xsi:type="dcterms:W3CDTF">2026-03-27T19:11:22Z</dcterms:modified>
  <dc:identifier>DAHFKV7xqUo</dc:identifier>
</cp:coreProperties>
</file>