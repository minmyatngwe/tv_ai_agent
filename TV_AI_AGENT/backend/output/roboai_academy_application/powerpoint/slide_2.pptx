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RoboAI Academy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8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Website: www.roboai.fi/en/education-and-academies/roboai-academy/ Contact: Janika Tommiska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240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Apply to study at the RoboAI Academy!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124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Apply for RoboAI Academy!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Hands-on learning through projects from companies. Topics cover robotics, AI, and programming. English sessions available March 24.</a:t>
            </a:r>
          </a:p>
        </p:txBody>
      </p:sp>
      <p:pic>
        <p:nvPicPr>
          <p:cNvPr id="30" name="Picture 29" descr="qr_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7424191"/>
            <a:ext cx="1943100" cy="1834109"/>
          </a:xfrm>
          <a:prstGeom prst="rect">
            <a:avLst/>
          </a:prstGeom>
        </p:spPr>
      </p:pic>
      <p:pic>
        <p:nvPicPr>
          <p:cNvPr id="31" name="Picture 30" descr="download_image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72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Bai Jamjuree</vt:lpstr>
      <vt:lpstr>Aptos</vt:lpstr>
      <vt:lpstr>Bai Jamjuree Bold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7</cp:revision>
  <dcterms:created xsi:type="dcterms:W3CDTF">2006-08-16T00:00:00Z</dcterms:created>
  <dcterms:modified xsi:type="dcterms:W3CDTF">2026-03-28T12:53:51Z</dcterms:modified>
  <dc:identifier>DAHCNgRNLkU</dc:identifier>
</cp:coreProperties>
</file>