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</p:sldIdLst>
  <p:sldSz cx="18288000" cy="10287000"/>
  <p:notesSz cx="6858000" cy="9144000"/>
  <p:embeddedFontLst>
    <p:embeddedFont>
      <p:font typeface="Gilda Display" panose="020B0604020202020204" charset="0"/>
      <p:regular r:id="rId3"/>
    </p:embeddedFont>
    <p:embeddedFont>
      <p:font typeface="HK Grotesk Light" panose="020B0604020202020204" charset="0"/>
      <p:regular r:id="rId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62" d="100"/>
          <a:sy n="62" d="100"/>
        </p:scale>
        <p:origin x="28" y="2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font" Target="fonts/font1.fntdata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font" Target="fonts/font2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3/27/2026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2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3611225" y="6787402"/>
            <a:ext cx="10936025" cy="10299747"/>
          </a:xfrm>
          <a:custGeom>
            <a:avLst/>
            <a:gdLst/>
            <a:ahLst/>
            <a:cxnLst/>
            <a:rect l="l" t="t" r="r" b="b"/>
            <a:pathLst>
              <a:path w="10936025" h="10299747">
                <a:moveTo>
                  <a:pt x="0" y="0"/>
                </a:moveTo>
                <a:lnTo>
                  <a:pt x="10936025" y="0"/>
                </a:lnTo>
                <a:lnTo>
                  <a:pt x="10936025" y="10299747"/>
                </a:lnTo>
                <a:lnTo>
                  <a:pt x="0" y="1029974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LID4096"/>
          </a:p>
        </p:txBody>
      </p:sp>
      <p:sp>
        <p:nvSpPr>
          <p:cNvPr id="4" name="{{main_image}}"/>
          <p:cNvSpPr/>
          <p:nvPr/>
        </p:nvSpPr>
        <p:spPr>
          <a:xfrm>
            <a:off x="666750" y="666750"/>
            <a:ext cx="8629650" cy="8953500"/>
          </a:xfrm>
          <a:custGeom>
            <a:avLst/>
            <a:gdLst/>
            <a:ahLst/>
            <a:cxnLst/>
            <a:rect l="l" t="t" r="r" b="b"/>
            <a:pathLst>
              <a:path w="1336959" h="1387131">
                <a:moveTo>
                  <a:pt x="35885" y="0"/>
                </a:moveTo>
                <a:lnTo>
                  <a:pt x="1301073" y="0"/>
                </a:lnTo>
                <a:cubicBezTo>
                  <a:pt x="1310591" y="0"/>
                  <a:pt x="1319718" y="3781"/>
                  <a:pt x="1326448" y="10511"/>
                </a:cubicBezTo>
                <a:cubicBezTo>
                  <a:pt x="1333178" y="17240"/>
                  <a:pt x="1336959" y="26368"/>
                  <a:pt x="1336959" y="35885"/>
                </a:cubicBezTo>
                <a:lnTo>
                  <a:pt x="1336959" y="1351246"/>
                </a:lnTo>
                <a:cubicBezTo>
                  <a:pt x="1336959" y="1360764"/>
                  <a:pt x="1333178" y="1369891"/>
                  <a:pt x="1326448" y="1376621"/>
                </a:cubicBezTo>
                <a:cubicBezTo>
                  <a:pt x="1319718" y="1383351"/>
                  <a:pt x="1310591" y="1387131"/>
                  <a:pt x="1301073" y="1387131"/>
                </a:cubicBezTo>
                <a:lnTo>
                  <a:pt x="35885" y="1387131"/>
                </a:lnTo>
                <a:cubicBezTo>
                  <a:pt x="26368" y="1387131"/>
                  <a:pt x="17240" y="1383351"/>
                  <a:pt x="10511" y="1376621"/>
                </a:cubicBezTo>
                <a:cubicBezTo>
                  <a:pt x="3781" y="1369891"/>
                  <a:pt x="0" y="1360764"/>
                  <a:pt x="0" y="1351246"/>
                </a:cubicBezTo>
                <a:lnTo>
                  <a:pt x="0" y="35885"/>
                </a:lnTo>
                <a:cubicBezTo>
                  <a:pt x="0" y="26368"/>
                  <a:pt x="3781" y="17240"/>
                  <a:pt x="10511" y="10511"/>
                </a:cubicBezTo>
                <a:cubicBezTo>
                  <a:pt x="17240" y="3781"/>
                  <a:pt x="26368" y="0"/>
                  <a:pt x="35885" y="0"/>
                </a:cubicBezTo>
                <a:close/>
              </a:path>
            </a:pathLst>
          </a:custGeom>
          <a:blipFill>
            <a:blip r:embed="rId4"/>
            <a:stretch>
              <a:fillRect t="-199" b="-199"/>
            </a:stretch>
          </a:blipFill>
          <a:ln w="28575" cap="rnd">
            <a:solidFill>
              <a:srgbClr val="FFFFFF"/>
            </a:solidFill>
            <a:prstDash val="solid"/>
            <a:round/>
          </a:ln>
        </p:spPr>
        <p:txBody>
          <a:bodyPr/>
          <a:lstStyle/>
          <a:p>
            <a:endParaRPr lang="LID4096"/>
          </a:p>
        </p:txBody>
      </p:sp>
      <p:grpSp>
        <p:nvGrpSpPr>
          <p:cNvPr id="5" name="Group 5"/>
          <p:cNvGrpSpPr/>
          <p:nvPr/>
        </p:nvGrpSpPr>
        <p:grpSpPr>
          <a:xfrm>
            <a:off x="10734675" y="1113345"/>
            <a:ext cx="6861952" cy="3588705"/>
            <a:chOff x="0" y="-47625"/>
            <a:chExt cx="9149270" cy="4784940"/>
          </a:xfrm>
        </p:grpSpPr>
        <p:sp>
          <p:nvSpPr>
            <p:cNvPr id="6" name="TextBox 6"/>
            <p:cNvSpPr txBox="1"/>
            <p:nvPr/>
          </p:nvSpPr>
          <p:spPr>
            <a:xfrm>
              <a:off x="0" y="3489964"/>
              <a:ext cx="9149270" cy="124735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7038"/>
                </a:lnSpc>
              </a:pPr>
              <a:r>
                <a:rPr lang="en-US" sz="7038" dirty="0">
                  <a:solidFill>
                    <a:srgbClr val="FF0000"/>
                  </a:solidFill>
                  <a:latin typeface="Gilda Display"/>
                  <a:ea typeface="Gilda Display"/>
                  <a:cs typeface="Gilda Display"/>
                  <a:sym typeface="Gilda Display"/>
                </a:rPr>
                <a:t>{{title}}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1067530"/>
              <a:ext cx="9149270" cy="97112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5858"/>
                </a:lnSpc>
              </a:pPr>
              <a:r>
                <a:rPr lang="en-US" sz="4184" dirty="0">
                  <a:solidFill>
                    <a:srgbClr val="D9E9FC"/>
                  </a:solidFill>
                  <a:latin typeface="HK Grotesk Light"/>
                  <a:ea typeface="HK Grotesk Light"/>
                  <a:cs typeface="HK Grotesk Light"/>
                  <a:sym typeface="HK Grotesk Light"/>
                </a:rPr>
                <a:t>{{description}}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9149270" cy="50988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068"/>
                </a:lnSpc>
              </a:pPr>
              <a:r>
                <a:rPr lang="en-US" sz="2192" dirty="0">
                  <a:solidFill>
                    <a:srgbClr val="D9E9FC"/>
                  </a:solidFill>
                  <a:latin typeface="HK Grotesk Light"/>
                  <a:ea typeface="HK Grotesk Light"/>
                  <a:cs typeface="HK Grotesk Light"/>
                  <a:sym typeface="HK Grotesk Light"/>
                </a:rPr>
                <a:t>{{subtitle}}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9</Words>
  <Application>Microsoft Office PowerPoint</Application>
  <PresentationFormat>Custom</PresentationFormat>
  <Paragraphs>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Gilda Display</vt:lpstr>
      <vt:lpstr>Arial</vt:lpstr>
      <vt:lpstr>Calibri</vt:lpstr>
      <vt:lpstr>HK Grotesk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second_testing_template</dc:title>
  <cp:lastModifiedBy>Min Myat Ngwe</cp:lastModifiedBy>
  <cp:revision>2</cp:revision>
  <dcterms:created xsi:type="dcterms:W3CDTF">2006-08-16T00:00:00Z</dcterms:created>
  <dcterms:modified xsi:type="dcterms:W3CDTF">2026-03-27T20:41:59Z</dcterms:modified>
  <dc:identifier>DAHEknaziPs</dc:identifier>
</cp:coreProperties>
</file>