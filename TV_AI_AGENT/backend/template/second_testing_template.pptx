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4" name="{{main_image}}"/>
          <p:cNvSpPr/>
          <p:nvPr/>
        </p:nvSpPr>
        <p:spPr>
          <a:xfrm>
            <a:off x="666750" y="666750"/>
            <a:ext cx="8629650" cy="8953500"/>
          </a:xfrm>
          <a:custGeom>
            <a:avLst/>
            <a:gdLst/>
            <a:ahLst/>
            <a:cxnLst/>
            <a:rect l="l" t="t" r="r" b="b"/>
            <a:pathLst>
              <a:path w="1336959" h="1387131">
                <a:moveTo>
                  <a:pt x="35885" y="0"/>
                </a:moveTo>
                <a:lnTo>
                  <a:pt x="1301073" y="0"/>
                </a:lnTo>
                <a:cubicBezTo>
                  <a:pt x="1310591" y="0"/>
                  <a:pt x="1319718" y="3781"/>
                  <a:pt x="1326448" y="10511"/>
                </a:cubicBezTo>
                <a:cubicBezTo>
                  <a:pt x="1333178" y="17240"/>
                  <a:pt x="1336959" y="26368"/>
                  <a:pt x="1336959" y="35885"/>
                </a:cubicBezTo>
                <a:lnTo>
                  <a:pt x="1336959" y="1351246"/>
                </a:lnTo>
                <a:cubicBezTo>
                  <a:pt x="1336959" y="1360764"/>
                  <a:pt x="1333178" y="1369891"/>
                  <a:pt x="1326448" y="1376621"/>
                </a:cubicBezTo>
                <a:cubicBezTo>
                  <a:pt x="1319718" y="1383351"/>
                  <a:pt x="1310591" y="1387131"/>
                  <a:pt x="1301073" y="1387131"/>
                </a:cubicBezTo>
                <a:lnTo>
                  <a:pt x="35885" y="1387131"/>
                </a:lnTo>
                <a:cubicBezTo>
                  <a:pt x="26368" y="1387131"/>
                  <a:pt x="17240" y="1383351"/>
                  <a:pt x="10511" y="1376621"/>
                </a:cubicBezTo>
                <a:cubicBezTo>
                  <a:pt x="3781" y="1369891"/>
                  <a:pt x="0" y="1360764"/>
                  <a:pt x="0" y="1351246"/>
                </a:cubicBezTo>
                <a:lnTo>
                  <a:pt x="0" y="35885"/>
                </a:lnTo>
                <a:cubicBezTo>
                  <a:pt x="0" y="26368"/>
                  <a:pt x="3781" y="17240"/>
                  <a:pt x="10511" y="10511"/>
                </a:cubicBezTo>
                <a:cubicBezTo>
                  <a:pt x="17240" y="3781"/>
                  <a:pt x="26368" y="0"/>
                  <a:pt x="35885" y="0"/>
                </a:cubicBezTo>
                <a:close/>
              </a:path>
            </a:pathLst>
          </a:custGeom>
          <a:blipFill>
            <a:blip r:embed="rId4"/>
            <a:stretch>
              <a:fillRect t="-199" b="-199"/>
            </a:stretch>
          </a:blipFill>
          <a:ln w="2857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{{title}}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{{description and red bold italic}}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{{subtitle}}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