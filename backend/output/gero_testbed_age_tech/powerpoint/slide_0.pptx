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We Research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More on this topic: IKI project environment (24.4.2024), 10 tips for co-creation (blog 12/2024), GeroTestbed testbed video.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We Research: GeroTestbed-model supporting agetechnologies development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Read more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User-centred product development is key to ensuring usability of health and well-being technologies. Testing must occur at different stages on target groups. For older people, specific characteristics must be considered for safe user experience.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