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{{Label font size 40}}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Opiskelijat oppivat Arduinoa ja anturitekniikkaa. Prototyypit toimivat.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Pakkausratkaisut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Lue lisää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RoboAI-akatemian opiskelijat loivat ratkaisuja pakkaustyön automatisointiin. Arduinolla ohjattu led-valo-ohjaus avustaa pakkaajaa.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