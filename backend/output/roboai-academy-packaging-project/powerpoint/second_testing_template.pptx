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Opiskelijat kehittivät järjestelmät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Led-valo-ohjaus ratkaisi virheet.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Pakkaustyön automatisointi</a:t>
              </a:r>
            </a:p>
          </p:txBody>
        </p:sp>
      </p:grpSp>
      <p:pic>
        <p:nvPicPr>
          <p:cNvPr id="9" name="Picture 8" descr="download_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