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Prosessin parannus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Pakkaustyön ohjausjärjestelmät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Opiskelijat kehittelivät ratkaisun pakkaustyön virheiden vähentämiseen. Kaksi prototyyppiä tarjoavat valaistuksen avulla apua pakkaajalle.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