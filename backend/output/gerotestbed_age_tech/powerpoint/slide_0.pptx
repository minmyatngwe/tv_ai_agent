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We Research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The IKI-project developed the GeroTestbed-model to support technology companies. It offers tools for safe product design. The model enables older people to participate in development.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GeroTestbed model for age technologies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More on this topic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User-centred development ensures usability for older people. Specific needs must be considered during testing.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