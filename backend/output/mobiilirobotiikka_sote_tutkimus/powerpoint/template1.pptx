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Uutinen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information, font size max.  25, length maximum of 5 rows.}}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Mobiilirobotiikka sote-palveluissa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Lue lisää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Hanke kehittää mobiilirobotteja ja RFID-teknologiaa. Kenttätestaukset aloitettiin toukokuussa 2023.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