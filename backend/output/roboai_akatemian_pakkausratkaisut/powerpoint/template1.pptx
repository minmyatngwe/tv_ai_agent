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8288000" cy="10287000"/>
  <p:notesSz cx="6858000" cy="9144000"/>
  <p:embeddedFontLst>
    <p:embeddedFont>
      <p:font typeface="Bai Jamjuree" panose="020B0604020202020204" charset="-34"/>
      <p:regular r:id="rId4"/>
      <p:bold r:id="rId5"/>
      <p:italic r:id="rId6"/>
      <p:boldItalic r:id="rId7"/>
    </p:embeddedFont>
    <p:embeddedFont>
      <p:font typeface="Bai Jamjuree Bold" panose="020B0604020202020204" charset="-34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2" d="100"/>
          <a:sy n="62" d="100"/>
        </p:scale>
        <p:origin x="68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1EEAD3-2A49-4BBE-BA75-E084603F4CB6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5FBE4-1AA1-48E9-975D-0DA4AA3EC96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74401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50C5-CD89-2C4B-7DCF-E754855F6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3612-F09A-97EC-4EB8-9954717D7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11DD-A9F4-BB5D-D3F8-84D90B5B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E519E5-DBF3-A794-B061-02FE1F49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859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sv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1B2A">
                <a:alpha val="100000"/>
              </a:srgbClr>
            </a:gs>
            <a:gs pos="100000">
              <a:srgbClr val="007B9C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7F93BB2-9748-F8C2-B6A4-29035BE268CF}"/>
              </a:ext>
            </a:extLst>
          </p:cNvPr>
          <p:cNvSpPr/>
          <p:nvPr/>
        </p:nvSpPr>
        <p:spPr>
          <a:xfrm>
            <a:off x="1015895" y="7442509"/>
            <a:ext cx="8125759" cy="1840999"/>
          </a:xfrm>
          <a:prstGeom prst="rect">
            <a:avLst/>
          </a:prstGeom>
          <a:solidFill>
            <a:srgbClr val="000000">
              <a:alpha val="1411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3" name="Freeform 3"/>
          <p:cNvSpPr/>
          <p:nvPr/>
        </p:nvSpPr>
        <p:spPr>
          <a:xfrm>
            <a:off x="13489004" y="8930982"/>
            <a:ext cx="4090831" cy="833000"/>
          </a:xfrm>
          <a:custGeom>
            <a:avLst/>
            <a:gdLst/>
            <a:ahLst/>
            <a:cxnLst/>
            <a:rect l="l" t="t" r="r" b="b"/>
            <a:pathLst>
              <a:path w="4090831" h="833000">
                <a:moveTo>
                  <a:pt x="0" y="0"/>
                </a:moveTo>
                <a:lnTo>
                  <a:pt x="4090831" y="0"/>
                </a:lnTo>
                <a:lnTo>
                  <a:pt x="4090831" y="833001"/>
                </a:lnTo>
                <a:lnTo>
                  <a:pt x="0" y="8330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4" name="Freeform 4"/>
          <p:cNvSpPr/>
          <p:nvPr/>
        </p:nvSpPr>
        <p:spPr>
          <a:xfrm>
            <a:off x="9926470" y="8195733"/>
            <a:ext cx="3122143" cy="1918817"/>
          </a:xfrm>
          <a:custGeom>
            <a:avLst/>
            <a:gdLst/>
            <a:ahLst/>
            <a:cxnLst/>
            <a:rect l="l" t="t" r="r" b="b"/>
            <a:pathLst>
              <a:path w="3122143" h="1918817">
                <a:moveTo>
                  <a:pt x="0" y="0"/>
                </a:moveTo>
                <a:lnTo>
                  <a:pt x="3122143" y="0"/>
                </a:lnTo>
                <a:lnTo>
                  <a:pt x="3122143" y="1918818"/>
                </a:lnTo>
                <a:lnTo>
                  <a:pt x="0" y="1918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9" name="TextBox 9"/>
          <p:cNvSpPr txBox="1"/>
          <p:nvPr/>
        </p:nvSpPr>
        <p:spPr>
          <a:xfrm>
            <a:off x="11963400" y="647700"/>
            <a:ext cx="6311705" cy="679450"/>
          </a:xfrm>
          <a:prstGeom prst="rect">
            <a:avLst/>
          </a:prstGeom>
          <a:solidFill>
            <a:srgbClr val="000000">
              <a:alpha val="20000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Case: Favorit Tuote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25434" y="5775097"/>
            <a:ext cx="7792790" cy="862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500" spc="-55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{{More information, font size max.  25, length maximum of 5 rows.}}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895580"/>
            <a:ext cx="9235007" cy="2401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60"/>
              </a:lnSpc>
            </a:pPr>
            <a:r>
              <a:rPr lang="en-US" sz="7000" b="1" dirty="0">
                <a:solidFill>
                  <a:srgbClr val="FFFFFF"/>
                </a:solidFill>
                <a:latin typeface="Bai Jamjuree Bold"/>
                <a:ea typeface="Bai Jamjuree Bold"/>
                <a:cs typeface="Bai Jamjuree Bold"/>
                <a:sym typeface="Bai Jamjuree Bold"/>
              </a:rPr>
              <a:t>RoboAI-akatemian pakkaustyöjärjestelmät</a:t>
            </a:r>
          </a:p>
        </p:txBody>
      </p:sp>
      <p:sp>
        <p:nvSpPr>
          <p:cNvPr id="12" name="Freeform 12"/>
          <p:cNvSpPr/>
          <p:nvPr/>
        </p:nvSpPr>
        <p:spPr>
          <a:xfrm rot="-10800000">
            <a:off x="3155412" y="7985492"/>
            <a:ext cx="1079875" cy="704618"/>
          </a:xfrm>
          <a:custGeom>
            <a:avLst/>
            <a:gdLst/>
            <a:ahLst/>
            <a:cxnLst/>
            <a:rect l="l" t="t" r="r" b="b"/>
            <a:pathLst>
              <a:path w="1079875" h="704618">
                <a:moveTo>
                  <a:pt x="0" y="0"/>
                </a:moveTo>
                <a:lnTo>
                  <a:pt x="1079875" y="0"/>
                </a:lnTo>
                <a:lnTo>
                  <a:pt x="1079875" y="704618"/>
                </a:lnTo>
                <a:lnTo>
                  <a:pt x="0" y="7046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LID4096"/>
          </a:p>
        </p:txBody>
      </p:sp>
      <p:sp>
        <p:nvSpPr>
          <p:cNvPr id="13" name="TextBox 13"/>
          <p:cNvSpPr txBox="1"/>
          <p:nvPr/>
        </p:nvSpPr>
        <p:spPr>
          <a:xfrm>
            <a:off x="4521001" y="7906509"/>
            <a:ext cx="4305344" cy="82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8"/>
              </a:lnSpc>
            </a:pPr>
            <a:r>
              <a:rPr lang="en-US" sz="2700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Lue lisää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214E6DB9-81B0-F85B-44FF-26CE6C0BD02E}"/>
              </a:ext>
            </a:extLst>
          </p:cNvPr>
          <p:cNvSpPr txBox="1"/>
          <p:nvPr/>
        </p:nvSpPr>
        <p:spPr>
          <a:xfrm>
            <a:off x="9592609" y="2806658"/>
            <a:ext cx="7792790" cy="115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99" spc="-74" dirty="0">
                <a:solidFill>
                  <a:srgbClr val="FFFFFF"/>
                </a:solidFill>
                <a:latin typeface="Bai Jamjuree"/>
                <a:ea typeface="Bai Jamjuree"/>
                <a:cs typeface="Bai Jamjuree"/>
                <a:sym typeface="Bai Jamjuree"/>
              </a:rPr>
              <a:t>Opiskelijat ratkaisivat pakkausvirheiden ongelman led-valoilla. Arduinolla toimiva ohjaus varmistaa oikeat komponentit.</a:t>
            </a:r>
          </a:p>
        </p:txBody>
      </p:sp>
      <p:pic>
        <p:nvPicPr>
          <p:cNvPr id="30" name="Picture 29" descr="qr_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700" y="7424191"/>
            <a:ext cx="1943100" cy="1834109"/>
          </a:xfrm>
          <a:prstGeom prst="rect">
            <a:avLst/>
          </a:prstGeom>
        </p:spPr>
      </p:pic>
      <p:pic>
        <p:nvPicPr>
          <p:cNvPr id="31" name="Picture 30" descr="download_image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8700" y="2951947"/>
            <a:ext cx="8112954" cy="44905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71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Bai Jamjuree</vt:lpstr>
      <vt:lpstr>Aptos</vt:lpstr>
      <vt:lpstr>Bai Jamjuree 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Projektit (Esitys)</dc:title>
  <dc:creator>Salokangas Maija</dc:creator>
  <cp:lastModifiedBy>Min Myat Ngwe</cp:lastModifiedBy>
  <cp:revision>8</cp:revision>
  <dcterms:created xsi:type="dcterms:W3CDTF">2006-08-16T00:00:00Z</dcterms:created>
  <dcterms:modified xsi:type="dcterms:W3CDTF">2026-03-28T16:15:12Z</dcterms:modified>
  <dc:identifier>DAHCNgRNLkU</dc:identifier>
</cp:coreProperties>
</file>