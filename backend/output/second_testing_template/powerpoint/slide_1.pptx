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Uutinen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Tekoäly yhdistyy fyysiseen toiminnassa. Tavoitteena on kehittää ratkaisuja teollisuudelle ja sote-alalle. Osaaminen rakentuu kokeilujen kautta.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Dobot Atom saapui RoboAIin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Ota yhteyttä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RoboAI:n uusin investointi vahvistaa humanoidirobotiikan osaamista. Satakunnasta tulee teknologian edelläkävijä.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