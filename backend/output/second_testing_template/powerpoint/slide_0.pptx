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Dobot Atom saapui RoboAIin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Euroopan ensimmäinen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Humanoidirobotti Satakuntaan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