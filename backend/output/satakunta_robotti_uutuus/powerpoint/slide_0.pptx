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Gilda Display" panose="020B0604020202020204" charset="0"/>
      <p:regular r:id="rId3"/>
    </p:embeddedFont>
    <p:embeddedFont>
      <p:font typeface="HK Grotesk Light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2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LID4096"/>
          </a:p>
        </p:txBody>
      </p:sp>
      <p:sp>
        <p:nvSpPr>
          <p:cNvPr id="4" name="{{main_image}}"/>
          <p:cNvSpPr/>
          <p:nvPr/>
        </p:nvSpPr>
        <p:spPr>
          <a:xfrm>
            <a:off x="666750" y="666750"/>
            <a:ext cx="8629650" cy="8953500"/>
          </a:xfrm>
          <a:custGeom>
            <a:avLst/>
            <a:gdLst/>
            <a:ahLst/>
            <a:cxnLst/>
            <a:rect l="l" t="t" r="r" b="b"/>
            <a:pathLst>
              <a:path w="1336959" h="1387131">
                <a:moveTo>
                  <a:pt x="35885" y="0"/>
                </a:moveTo>
                <a:lnTo>
                  <a:pt x="1301073" y="0"/>
                </a:lnTo>
                <a:cubicBezTo>
                  <a:pt x="1310591" y="0"/>
                  <a:pt x="1319718" y="3781"/>
                  <a:pt x="1326448" y="10511"/>
                </a:cubicBezTo>
                <a:cubicBezTo>
                  <a:pt x="1333178" y="17240"/>
                  <a:pt x="1336959" y="26368"/>
                  <a:pt x="1336959" y="35885"/>
                </a:cubicBezTo>
                <a:lnTo>
                  <a:pt x="1336959" y="1351246"/>
                </a:lnTo>
                <a:cubicBezTo>
                  <a:pt x="1336959" y="1360764"/>
                  <a:pt x="1333178" y="1369891"/>
                  <a:pt x="1326448" y="1376621"/>
                </a:cubicBezTo>
                <a:cubicBezTo>
                  <a:pt x="1319718" y="1383351"/>
                  <a:pt x="1310591" y="1387131"/>
                  <a:pt x="1301073" y="1387131"/>
                </a:cubicBezTo>
                <a:lnTo>
                  <a:pt x="35885" y="1387131"/>
                </a:lnTo>
                <a:cubicBezTo>
                  <a:pt x="26368" y="1387131"/>
                  <a:pt x="17240" y="1383351"/>
                  <a:pt x="10511" y="1376621"/>
                </a:cubicBezTo>
                <a:cubicBezTo>
                  <a:pt x="3781" y="1369891"/>
                  <a:pt x="0" y="1360764"/>
                  <a:pt x="0" y="1351246"/>
                </a:cubicBezTo>
                <a:lnTo>
                  <a:pt x="0" y="35885"/>
                </a:lnTo>
                <a:cubicBezTo>
                  <a:pt x="0" y="26368"/>
                  <a:pt x="3781" y="17240"/>
                  <a:pt x="10511" y="10511"/>
                </a:cubicBezTo>
                <a:cubicBezTo>
                  <a:pt x="17240" y="3781"/>
                  <a:pt x="26368" y="0"/>
                  <a:pt x="35885" y="0"/>
                </a:cubicBezTo>
                <a:close/>
              </a:path>
            </a:pathLst>
          </a:custGeom>
          <a:blipFill>
            <a:blip r:embed="rId4"/>
            <a:stretch>
              <a:fillRect t="-199" b="-199"/>
            </a:stretch>
          </a:blipFill>
          <a:ln w="28575" cap="rnd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LID4096"/>
          </a:p>
        </p:txBody>
      </p:sp>
      <p:grpSp>
        <p:nvGrpSpPr>
          <p:cNvPr id="5" name="Group 5"/>
          <p:cNvGrpSpPr/>
          <p:nvPr/>
        </p:nvGrpSpPr>
        <p:grpSpPr>
          <a:xfrm>
            <a:off x="10734675" y="1113345"/>
            <a:ext cx="6861952" cy="3588705"/>
            <a:chOff x="0" y="-47625"/>
            <a:chExt cx="9149270" cy="4784940"/>
          </a:xfrm>
        </p:grpSpPr>
        <p:sp>
          <p:nvSpPr>
            <p:cNvPr id="6" name="TextBox 6"/>
            <p:cNvSpPr txBox="1"/>
            <p:nvPr/>
          </p:nvSpPr>
          <p:spPr>
            <a:xfrm>
              <a:off x="0" y="3489964"/>
              <a:ext cx="9149270" cy="12473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038"/>
                </a:lnSpc>
              </a:pPr>
              <a:r>
                <a:rPr lang="en-US" sz="7038" dirty="0">
                  <a:solidFill>
                    <a:srgbClr val="FF000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{{title}}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67530"/>
              <a:ext cx="9149270" cy="2021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58"/>
                </a:lnSpc>
              </a:pPr>
              <a:r>
                <a:rPr lang="en-US" sz="5000" dirty="0">
                  <a:solidFill>
                    <a:schemeClr val="bg2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{{description and red bold italic}}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49270" cy="509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68"/>
                </a:lnSpc>
              </a:pPr>
              <a:r>
                <a:rPr lang="en-US" sz="2192" dirty="0">
                  <a:solidFill>
                    <a:srgbClr val="D9E9F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{{subtitle}}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HK Grotesk Light</vt:lpstr>
      <vt:lpstr>Gilda Display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second_testing_template</dc:title>
  <cp:lastModifiedBy>Min Myat Ngwe</cp:lastModifiedBy>
  <cp:revision>4</cp:revision>
  <dcterms:created xsi:type="dcterms:W3CDTF">2006-08-16T00:00:00Z</dcterms:created>
  <dcterms:modified xsi:type="dcterms:W3CDTF">2026-03-28T11:17:42Z</dcterms:modified>
  <dc:identifier>DAHEknaziPs</dc:identifier>
</cp:coreProperties>
</file>