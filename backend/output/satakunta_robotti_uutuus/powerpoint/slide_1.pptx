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{{Label font size 40}}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information, font size max.  25, length maximum of 5 rows.}}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{{Title font size 70, max. length two rows}}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{{Call out text e.g. read more, size max. 27, 2 rows}}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{{Lead paragraph font size max. 34, length maximum of 4 rows.}}</a:t>
            </a:r>
          </a:p>
        </p:txBody>
      </p:sp>
      <p:pic>
        <p:nvPicPr>
          <p:cNvPr id="29" name="{{main_image}}">
            <a:extLst>
              <a:ext uri="{FF2B5EF4-FFF2-40B4-BE49-F238E27FC236}">
                <a16:creationId xmlns:a16="http://schemas.microsoft.com/office/drawing/2014/main" id="{717E7E43-7506-738D-B6ED-1B4A70E82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2661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