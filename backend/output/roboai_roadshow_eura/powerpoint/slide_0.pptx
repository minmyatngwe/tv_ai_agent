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://www.roboai.fi/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RoboAI Roadshow täytti Euran urheilutalon teknologialla – katso kuvat!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16. lokakuuta Euran urheilutalossa esiteltiin tekoälyä ja robotiikkaa.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RoboAI Roadshow saapui Euraan 16.10.2025 esittelemään robotiikkaa ja tekoälyä.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download_image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2" y="685800"/>
            <a:ext cx="5554980" cy="89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