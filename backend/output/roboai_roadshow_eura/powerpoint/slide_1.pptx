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287000"/>
  <p:notesSz cx="6858000" cy="9144000"/>
  <p:embeddedFontLst>
    <p:embeddedFont>
      <p:font typeface="Gilda Display" panose="020B0604020202020204" charset="0"/>
      <p:regular r:id="rId3"/>
    </p:embeddedFont>
    <p:embeddedFont>
      <p:font typeface="HK Grotesk Light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32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jpe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611225" y="6787402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LID4096"/>
          </a:p>
        </p:txBody>
      </p:sp>
      <p:grpSp>
        <p:nvGrpSpPr>
          <p:cNvPr id="5" name="Group 5"/>
          <p:cNvGrpSpPr/>
          <p:nvPr/>
        </p:nvGrpSpPr>
        <p:grpSpPr>
          <a:xfrm>
            <a:off x="10734675" y="1113345"/>
            <a:ext cx="6861952" cy="3588705"/>
            <a:chOff x="0" y="-47625"/>
            <a:chExt cx="9149270" cy="4784940"/>
          </a:xfrm>
        </p:grpSpPr>
        <p:sp>
          <p:nvSpPr>
            <p:cNvPr id="6" name="TextBox 6"/>
            <p:cNvSpPr txBox="1"/>
            <p:nvPr/>
          </p:nvSpPr>
          <p:spPr>
            <a:xfrm>
              <a:off x="0" y="3489964"/>
              <a:ext cx="9149270" cy="12473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038"/>
                </a:lnSpc>
              </a:pPr>
              <a:r>
                <a:rPr lang="en-US" sz="7038" dirty="0">
                  <a:solidFill>
                    <a:srgbClr val="FF0000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RoboAI Roadshow täytti Euran urheilutalon teknologialla – katso kuvat!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067530"/>
              <a:ext cx="9149270" cy="20217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858"/>
                </a:lnSpc>
              </a:pPr>
              <a:r>
                <a:rPr lang="en-US" sz="5000" dirty="0">
                  <a:solidFill>
                    <a:schemeClr val="bg2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Tapahtuma houkutteli euralaisia yritysedustajia ja 260 koululaista tutustumaan mobiilirobotiikkaan.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9149270" cy="5098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68"/>
                </a:lnSpc>
              </a:pPr>
              <a:r>
                <a:rPr lang="en-US" sz="2192" dirty="0">
                  <a:solidFill>
                    <a:srgbClr val="D9E9F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RoboFleet-hankkeen toteuttama tapahtuma</a:t>
              </a:r>
            </a:p>
          </p:txBody>
        </p:sp>
      </p:grpSp>
      <p:pic>
        <p:nvPicPr>
          <p:cNvPr id="9" name="Picture 8" descr="download_image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666750"/>
            <a:ext cx="8629650" cy="895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HK Grotesk Light</vt:lpstr>
      <vt:lpstr>Gilda Display</vt:lpstr>
      <vt:lpstr>Calibri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second_testing_template</dc:title>
  <cp:lastModifiedBy>Min Myat Ngwe</cp:lastModifiedBy>
  <cp:revision>4</cp:revision>
  <dcterms:created xsi:type="dcterms:W3CDTF">2006-08-16T00:00:00Z</dcterms:created>
  <dcterms:modified xsi:type="dcterms:W3CDTF">2026-03-28T11:17:42Z</dcterms:modified>
  <dc:identifier>DAHEknaziPs</dc:identifier>
</cp:coreProperties>
</file>