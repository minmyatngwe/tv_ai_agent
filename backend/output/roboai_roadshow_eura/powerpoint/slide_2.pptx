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8288000" cy="10287000"/>
  <p:notesSz cx="6858000" cy="9144000"/>
  <p:embeddedFontLst>
    <p:embeddedFont>
      <p:font typeface="Bai Jamjuree" panose="020B0604020202020204" charset="-34"/>
      <p:regular r:id="rId4"/>
      <p:bold r:id="rId5"/>
      <p:italic r:id="rId6"/>
      <p:boldItalic r:id="rId7"/>
    </p:embeddedFont>
    <p:embeddedFont>
      <p:font typeface="Bai Jamjuree Bold" panose="020B0604020202020204" charset="-34"/>
      <p:regular r:id="rId8"/>
      <p:bold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2" d="100"/>
          <a:sy n="62" d="100"/>
        </p:scale>
        <p:origin x="68" y="3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font" Target="fonts/font1.fntdata"/><Relationship Id="rId5" Type="http://schemas.openxmlformats.org/officeDocument/2006/relationships/font" Target="fonts/font2.fntdata"/><Relationship Id="rId6" Type="http://schemas.openxmlformats.org/officeDocument/2006/relationships/font" Target="fonts/font3.fntdata"/><Relationship Id="rId7" Type="http://schemas.openxmlformats.org/officeDocument/2006/relationships/font" Target="fonts/font4.fntdata"/><Relationship Id="rId8" Type="http://schemas.openxmlformats.org/officeDocument/2006/relationships/font" Target="fonts/font5.fntdata"/><Relationship Id="rId9" Type="http://schemas.openxmlformats.org/officeDocument/2006/relationships/font" Target="fonts/font6.fntdata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1EEAD3-2A49-4BBE-BA75-E084603F4CB6}" type="datetimeFigureOut">
              <a:rPr lang="LID4096" smtClean="0"/>
              <a:t>03/28/2026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95FBE4-1AA1-48E9-975D-0DA4AA3EC96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744010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550C5-CD89-2C4B-7DCF-E754855F6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723612-F09A-97EC-4EB8-9954717D7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5811DD-A9F4-BB5D-D3F8-84D90B5B4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E519E5-DBF3-A794-B061-02FE1F49A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85935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sv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1B2A">
                <a:alpha val="100000"/>
              </a:srgbClr>
            </a:gs>
            <a:gs pos="100000">
              <a:srgbClr val="007B9C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97F93BB2-9748-F8C2-B6A4-29035BE268CF}"/>
              </a:ext>
            </a:extLst>
          </p:cNvPr>
          <p:cNvSpPr/>
          <p:nvPr/>
        </p:nvSpPr>
        <p:spPr>
          <a:xfrm>
            <a:off x="1015895" y="7442509"/>
            <a:ext cx="8125759" cy="1840999"/>
          </a:xfrm>
          <a:prstGeom prst="rect">
            <a:avLst/>
          </a:prstGeom>
          <a:solidFill>
            <a:srgbClr val="000000">
              <a:alpha val="1411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" name="Freeform 3"/>
          <p:cNvSpPr/>
          <p:nvPr/>
        </p:nvSpPr>
        <p:spPr>
          <a:xfrm>
            <a:off x="13489004" y="8930982"/>
            <a:ext cx="4090831" cy="833000"/>
          </a:xfrm>
          <a:custGeom>
            <a:avLst/>
            <a:gdLst/>
            <a:ahLst/>
            <a:cxnLst/>
            <a:rect l="l" t="t" r="r" b="b"/>
            <a:pathLst>
              <a:path w="4090831" h="833000">
                <a:moveTo>
                  <a:pt x="0" y="0"/>
                </a:moveTo>
                <a:lnTo>
                  <a:pt x="4090831" y="0"/>
                </a:lnTo>
                <a:lnTo>
                  <a:pt x="4090831" y="833001"/>
                </a:lnTo>
                <a:lnTo>
                  <a:pt x="0" y="8330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4" name="Freeform 4"/>
          <p:cNvSpPr/>
          <p:nvPr/>
        </p:nvSpPr>
        <p:spPr>
          <a:xfrm>
            <a:off x="9926470" y="8195733"/>
            <a:ext cx="3122143" cy="1918817"/>
          </a:xfrm>
          <a:custGeom>
            <a:avLst/>
            <a:gdLst/>
            <a:ahLst/>
            <a:cxnLst/>
            <a:rect l="l" t="t" r="r" b="b"/>
            <a:pathLst>
              <a:path w="3122143" h="1918817">
                <a:moveTo>
                  <a:pt x="0" y="0"/>
                </a:moveTo>
                <a:lnTo>
                  <a:pt x="3122143" y="0"/>
                </a:lnTo>
                <a:lnTo>
                  <a:pt x="3122143" y="1918818"/>
                </a:lnTo>
                <a:lnTo>
                  <a:pt x="0" y="19188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9" name="TextBox 9"/>
          <p:cNvSpPr txBox="1"/>
          <p:nvPr/>
        </p:nvSpPr>
        <p:spPr>
          <a:xfrm>
            <a:off x="11963400" y="647700"/>
            <a:ext cx="6311705" cy="679450"/>
          </a:xfrm>
          <a:prstGeom prst="rect">
            <a:avLst/>
          </a:prstGeom>
          <a:solidFill>
            <a:srgbClr val="000000">
              <a:alpha val="20000"/>
            </a:srgbClr>
          </a:solidFill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dirty="0">
                <a:solidFill>
                  <a:srgbClr val="FFFFF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RoboFleet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625434" y="5775097"/>
            <a:ext cx="7792790" cy="862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500" spc="-55" dirty="0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ETS-Lindgren ja TVO osallistuivat tapahtumaan. Teknologiaratkaisuja esiteltiin 15 ständin voimin.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895580"/>
            <a:ext cx="9235007" cy="240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60"/>
              </a:lnSpc>
            </a:pPr>
            <a:r>
              <a:rPr lang="en-US" sz="7000" b="1" dirty="0">
                <a:solidFill>
                  <a:srgbClr val="FFFFF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RoboAI Roadshow Euran urheilutalossa</a:t>
            </a:r>
          </a:p>
        </p:txBody>
      </p:sp>
      <p:sp>
        <p:nvSpPr>
          <p:cNvPr id="12" name="Freeform 12"/>
          <p:cNvSpPr/>
          <p:nvPr/>
        </p:nvSpPr>
        <p:spPr>
          <a:xfrm rot="-10800000">
            <a:off x="3155412" y="7985492"/>
            <a:ext cx="1079875" cy="704618"/>
          </a:xfrm>
          <a:custGeom>
            <a:avLst/>
            <a:gdLst/>
            <a:ahLst/>
            <a:cxnLst/>
            <a:rect l="l" t="t" r="r" b="b"/>
            <a:pathLst>
              <a:path w="1079875" h="704618">
                <a:moveTo>
                  <a:pt x="0" y="0"/>
                </a:moveTo>
                <a:lnTo>
                  <a:pt x="1079875" y="0"/>
                </a:lnTo>
                <a:lnTo>
                  <a:pt x="1079875" y="704618"/>
                </a:lnTo>
                <a:lnTo>
                  <a:pt x="0" y="70461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13" name="TextBox 13"/>
          <p:cNvSpPr txBox="1"/>
          <p:nvPr/>
        </p:nvSpPr>
        <p:spPr>
          <a:xfrm>
            <a:off x="4521001" y="7906509"/>
            <a:ext cx="4305344" cy="823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48"/>
              </a:lnSpc>
            </a:pPr>
            <a:r>
              <a:rPr lang="en-US" sz="2700" dirty="0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Lue lisää RoboFleet-hankkeesta</a:t>
            </a: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214E6DB9-81B0-F85B-44FF-26CE6C0BD02E}"/>
              </a:ext>
            </a:extLst>
          </p:cNvPr>
          <p:cNvSpPr txBox="1"/>
          <p:nvPr/>
        </p:nvSpPr>
        <p:spPr>
          <a:xfrm>
            <a:off x="9592609" y="2806658"/>
            <a:ext cx="7792790" cy="1159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3399" spc="-74" dirty="0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Yhteensä 260 koululaista ja yritysedustajat kokeilivat robotiikkaa ja tekoälyä.</a:t>
            </a:r>
          </a:p>
        </p:txBody>
      </p:sp>
      <p:pic>
        <p:nvPicPr>
          <p:cNvPr id="30" name="Picture 29" descr="qr_cod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8700" y="7424191"/>
            <a:ext cx="1943100" cy="1834109"/>
          </a:xfrm>
          <a:prstGeom prst="rect">
            <a:avLst/>
          </a:prstGeom>
        </p:spPr>
      </p:pic>
      <p:pic>
        <p:nvPicPr>
          <p:cNvPr id="31" name="Picture 30" descr="download_image2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8700" y="2951947"/>
            <a:ext cx="8112954" cy="449056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</TotalTime>
  <Words>71</Words>
  <Application>Microsoft Office PowerPoint</Application>
  <PresentationFormat>Custom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Bai Jamjuree</vt:lpstr>
      <vt:lpstr>Aptos</vt:lpstr>
      <vt:lpstr>Bai Jamjuree 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Projektit (Esitys)</dc:title>
  <dc:creator>Salokangas Maija</dc:creator>
  <cp:lastModifiedBy>Min Myat Ngwe</cp:lastModifiedBy>
  <cp:revision>8</cp:revision>
  <dcterms:created xsi:type="dcterms:W3CDTF">2006-08-16T00:00:00Z</dcterms:created>
  <dcterms:modified xsi:type="dcterms:W3CDTF">2026-03-28T16:15:12Z</dcterms:modified>
  <dc:identifier>DAHCNgRNLkU</dc:identifier>
</cp:coreProperties>
</file>