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sz="7038" dirty="0">
                  <a:solidFill>
                    <a:srgbClr val="FF000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Robottikoiravalvonta VR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rPr lang="en-US" sz="5000" dirty="0">
                  <a:solidFill>
                    <a:schemeClr val="bg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Langaton 360-kuvan siirto vaarallisilla alueilla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rPr lang="en-US" sz="2192" dirty="0">
                  <a:solidFill>
                    <a:srgbClr val="D9E9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Opiskelijaryhmä kehitti VR-valvontajärjestelmän</a:t>
              </a:r>
            </a:p>
          </p:txBody>
        </p:sp>
      </p:grpSp>
      <p:pic>
        <p:nvPicPr>
          <p:cNvPr id="9" name="Picture 8" descr="download_imag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66750"/>
            <a:ext cx="8629650" cy="895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