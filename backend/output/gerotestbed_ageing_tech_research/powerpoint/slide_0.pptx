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3"/>
    </p:embeddedFon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hyperlink" Target="http://www.roboai.fi/" TargetMode="External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" y="15"/>
            <a:ext cx="18287970" cy="10286985"/>
            <a:chOff x="0" y="0"/>
            <a:chExt cx="24383960" cy="13715980"/>
          </a:xfrm>
        </p:grpSpPr>
        <p:sp>
          <p:nvSpPr>
            <p:cNvPr id="3" name="Freeform 3" descr="Digital Connections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85" t="-10007" r="-17258" b="-77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529672" y="2289894"/>
            <a:ext cx="11244196" cy="93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5"/>
              </a:lnSpc>
              <a:spcBef>
                <a:spcPct val="0"/>
              </a:spcBef>
            </a:pPr>
            <a:r>
              <a:rPr lang="en-US" sz="554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Research: GeroTestbed-model supporting the development of agetechnologies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9313" y="4605486"/>
            <a:ext cx="6671137" cy="55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IKI project develops support services for ageing technologies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686" y="6450745"/>
            <a:ext cx="8898390" cy="4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6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IKI project aims to develop a GeroTestbed model for technology companies and service providers to ensure safe, user-centred products for older people.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7205" y="6290187"/>
            <a:ext cx="4781658" cy="38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endParaRPr lang="en-US" sz="2400" u="sng" dirty="0">
              <a:solidFill>
                <a:srgbClr val="828282"/>
              </a:solidFill>
              <a:latin typeface="Bai Jamjuree"/>
              <a:ea typeface="Bai Jamjuree"/>
              <a:cs typeface="Bai Jamjuree"/>
              <a:sym typeface="Bai Jamjuree"/>
              <a:hlinkClick r:id="rId5" tooltip="http://www.roboai.fi/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7205" y="7999678"/>
            <a:ext cx="3856419" cy="35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 lang="en-US" sz="2400" dirty="0">
              <a:solidFill>
                <a:srgbClr val="3DCCEB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12" name="Picture 11" descr="download_imag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02" y="685800"/>
            <a:ext cx="5554980" cy="8902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Canva Sans Bold</vt:lpstr>
      <vt:lpstr>Bai Jamjuree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testing_</dc:title>
  <cp:lastModifiedBy>Min Myat Ngwe</cp:lastModifiedBy>
  <cp:revision>2</cp:revision>
  <dcterms:created xsi:type="dcterms:W3CDTF">2006-08-16T00:00:00Z</dcterms:created>
  <dcterms:modified xsi:type="dcterms:W3CDTF">2026-03-27T19:11:22Z</dcterms:modified>
  <dc:identifier>DAHFKV7xqUo</dc:identifier>
</cp:coreProperties>
</file>