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IKI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The model provides tools for companies to design user-centred products and supports service providers in technology use. Lessons enable older people and carers to participate safely in development.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GeroTestbed-model for ageing technologies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More on this topic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User-centred product development is key to ensuring the usability of health and well-being technologies. Testing must consider specific characteristics of older people.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