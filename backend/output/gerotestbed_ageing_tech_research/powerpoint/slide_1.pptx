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2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18288000" cy="10287000"/>
  <p:notesSz cx="6858000" cy="9144000"/>
  <p:embeddedFontLst>
    <p:embeddedFont>
      <p:font typeface="Gilda Display" panose="020B0604020202020204" charset="0"/>
      <p:regular r:id="rId3"/>
    </p:embeddedFont>
    <p:embeddedFont>
      <p:font typeface="HK Grotesk Light" panose="020B0604020202020204" charset="0"/>
      <p:regular r:id="rId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8" d="100"/>
          <a:sy n="68" d="100"/>
        </p:scale>
        <p:origin x="32" y="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font" Target="fonts/font1.fntdata"/><Relationship Id="rId4" Type="http://schemas.openxmlformats.org/officeDocument/2006/relationships/font" Target="fonts/font2.fntdata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jpeg"/><Relationship Id="rId5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611225" y="6787402"/>
            <a:ext cx="10936025" cy="10299747"/>
          </a:xfrm>
          <a:custGeom>
            <a:avLst/>
            <a:gdLst/>
            <a:ahLst/>
            <a:cxnLst/>
            <a:rect l="l" t="t" r="r" b="b"/>
            <a:pathLst>
              <a:path w="10936025" h="10299747">
                <a:moveTo>
                  <a:pt x="0" y="0"/>
                </a:moveTo>
                <a:lnTo>
                  <a:pt x="10936025" y="0"/>
                </a:lnTo>
                <a:lnTo>
                  <a:pt x="10936025" y="10299747"/>
                </a:lnTo>
                <a:lnTo>
                  <a:pt x="0" y="102997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LID4096"/>
          </a:p>
        </p:txBody>
      </p:sp>
      <p:grpSp>
        <p:nvGrpSpPr>
          <p:cNvPr id="5" name="Group 5"/>
          <p:cNvGrpSpPr/>
          <p:nvPr/>
        </p:nvGrpSpPr>
        <p:grpSpPr>
          <a:xfrm>
            <a:off x="10734675" y="1113345"/>
            <a:ext cx="6861952" cy="3588705"/>
            <a:chOff x="0" y="-47625"/>
            <a:chExt cx="9149270" cy="4784940"/>
          </a:xfrm>
        </p:grpSpPr>
        <p:sp>
          <p:nvSpPr>
            <p:cNvPr id="6" name="TextBox 6"/>
            <p:cNvSpPr txBox="1"/>
            <p:nvPr/>
          </p:nvSpPr>
          <p:spPr>
            <a:xfrm>
              <a:off x="0" y="3489964"/>
              <a:ext cx="9149270" cy="124735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7038"/>
                </a:lnSpc>
              </a:pPr>
              <a:r>
                <a:rPr lang="en-US" sz="7038" dirty="0">
                  <a:solidFill>
                    <a:srgbClr val="FF0000"/>
                  </a:solidFill>
                  <a:latin typeface="Gilda Display"/>
                  <a:ea typeface="Gilda Display"/>
                  <a:cs typeface="Gilda Display"/>
                  <a:sym typeface="Gilda Display"/>
                </a:rPr>
                <a:t>We Research: GeroTestbed-model supporting the development of agetechnologies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1067530"/>
              <a:ext cx="9149270" cy="202175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5858"/>
                </a:lnSpc>
              </a:pPr>
              <a:r>
                <a:rPr lang="en-US" sz="5000" dirty="0">
                  <a:solidFill>
                    <a:schemeClr val="bg2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Older people often face motor, cognitive and sensory barriers to using technology.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9149270" cy="5098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68"/>
                </a:lnSpc>
              </a:pPr>
              <a:r>
                <a:rPr lang="en-US" sz="2192" dirty="0">
                  <a:solidFill>
                    <a:srgbClr val="D9E9FC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Ensuring usability and effectiveness for older users</a:t>
              </a:r>
            </a:p>
          </p:txBody>
        </p:sp>
      </p:grpSp>
      <p:pic>
        <p:nvPicPr>
          <p:cNvPr id="9" name="Picture 8" descr="download_image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750" y="666750"/>
            <a:ext cx="8629650" cy="895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13</Words>
  <Application>Microsoft Office PowerPoint</Application>
  <PresentationFormat>Custom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HK Grotesk Light</vt:lpstr>
      <vt:lpstr>Gilda Display</vt:lpstr>
      <vt:lpstr>Calibri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second_testing_template</dc:title>
  <cp:lastModifiedBy>Min Myat Ngwe</cp:lastModifiedBy>
  <cp:revision>4</cp:revision>
  <dcterms:created xsi:type="dcterms:W3CDTF">2006-08-16T00:00:00Z</dcterms:created>
  <dcterms:modified xsi:type="dcterms:W3CDTF">2026-03-28T11:17:42Z</dcterms:modified>
  <dc:identifier>DAHEknaziPs</dc:identifier>
</cp:coreProperties>
</file>