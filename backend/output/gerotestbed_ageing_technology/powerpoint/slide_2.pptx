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We Research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IKI project funded by EU and City of Pori created model providing testing and research services for technology development and digital services.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GeroTestbed model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More on this topic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User-centred product development is key to ensuring usability of health and well-being technologies for older people.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