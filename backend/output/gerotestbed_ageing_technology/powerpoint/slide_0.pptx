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Bai Jamjuree" panose="020B0604020202020204" charset="-34"/>
      <p:regular r:id="rId3"/>
    </p:embeddedFont>
    <p:embeddedFont>
      <p:font typeface="Canva Sans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8" y="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hyperlink" Target="http://www.roboai.fi/" TargetMode="External"/><Relationship Id="rId6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" y="15"/>
            <a:ext cx="18287970" cy="10286985"/>
            <a:chOff x="0" y="0"/>
            <a:chExt cx="24383960" cy="13715980"/>
          </a:xfrm>
        </p:grpSpPr>
        <p:sp>
          <p:nvSpPr>
            <p:cNvPr id="3" name="Freeform 3" descr="Digital Connections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885" t="-10007" r="-17258" b="-77"/>
              </a:stretch>
            </a:blipFill>
          </p:spPr>
          <p:txBody>
            <a:bodyPr/>
            <a:lstStyle/>
            <a:p>
              <a:endParaRPr lang="LID4096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529672" y="2289894"/>
            <a:ext cx="11244196" cy="937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5"/>
              </a:lnSpc>
              <a:spcBef>
                <a:spcPct val="0"/>
              </a:spcBef>
            </a:pPr>
            <a:r>
              <a:rPr lang="en-US" sz="5547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 Research: GeroTestbed-model supporting the development of agetechnologies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39313" y="4605486"/>
            <a:ext cx="6671137" cy="555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7"/>
              </a:lnSpc>
              <a:spcBef>
                <a:spcPct val="0"/>
              </a:spcBef>
            </a:pPr>
            <a:r>
              <a:rPr lang="en-US" sz="321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27.3.2025 Mervi Vähätalo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25686" y="6450745"/>
            <a:ext cx="8898390" cy="46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6"/>
              </a:lnSpc>
              <a:spcBef>
                <a:spcPct val="0"/>
              </a:spcBef>
            </a:pPr>
            <a:r>
              <a:rPr lang="en-US" sz="2775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IKI project funded by EU and City of Pori created model for testing health technologies with older people.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37205" y="6290187"/>
            <a:ext cx="4781658" cy="38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endParaRPr lang="en-US" sz="2400" u="sng" dirty="0">
              <a:solidFill>
                <a:srgbClr val="828282"/>
              </a:solidFill>
              <a:latin typeface="Bai Jamjuree"/>
              <a:ea typeface="Bai Jamjuree"/>
              <a:cs typeface="Bai Jamjuree"/>
              <a:sym typeface="Bai Jamjuree"/>
              <a:hlinkClick r:id="rId5" tooltip="http://www.roboai.fi/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37205" y="7999678"/>
            <a:ext cx="3856419" cy="352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endParaRPr lang="en-US" sz="2400" dirty="0">
              <a:solidFill>
                <a:srgbClr val="3DCCEB"/>
              </a:solidFill>
              <a:latin typeface="Bai Jamjuree"/>
              <a:ea typeface="Bai Jamjuree"/>
              <a:cs typeface="Bai Jamjuree"/>
              <a:sym typeface="Bai Jamjuree"/>
            </a:endParaRPr>
          </a:p>
        </p:txBody>
      </p:sp>
      <p:pic>
        <p:nvPicPr>
          <p:cNvPr id="12" name="Picture 11" descr="download_image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102" y="685800"/>
            <a:ext cx="5554980" cy="89026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Canva Sans Bold</vt:lpstr>
      <vt:lpstr>Bai Jamjuree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testing_</dc:title>
  <cp:lastModifiedBy>Min Myat Ngwe</cp:lastModifiedBy>
  <cp:revision>2</cp:revision>
  <dcterms:created xsi:type="dcterms:W3CDTF">2006-08-16T00:00:00Z</dcterms:created>
  <dcterms:modified xsi:type="dcterms:W3CDTF">2026-03-27T19:11:22Z</dcterms:modified>
  <dc:identifier>DAHFKV7xqUo</dc:identifier>
</cp:coreProperties>
</file>