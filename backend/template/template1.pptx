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{{Label font size 40}}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{{More information, font size max.  25, length maximum of 5 rows.}}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{{Title font size 70, max. length two rows}}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{{Call out text e.g. read more, size max. 27, 2 rows}}</a:t>
            </a:r>
          </a:p>
        </p:txBody>
      </p:sp>
      <p:sp>
        <p:nvSpPr>
          <p:cNvPr id="21" name="{{qr_code}}">
            <a:extLst>
              <a:ext uri="{FF2B5EF4-FFF2-40B4-BE49-F238E27FC236}">
                <a16:creationId xmlns:a16="http://schemas.microsoft.com/office/drawing/2014/main" id="{9762A17B-CA62-9AA6-3C15-C369721B3635}"/>
              </a:ext>
            </a:extLst>
          </p:cNvPr>
          <p:cNvSpPr/>
          <p:nvPr/>
        </p:nvSpPr>
        <p:spPr>
          <a:xfrm>
            <a:off x="1028700" y="7424191"/>
            <a:ext cx="1943100" cy="1834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/>
              <a:t>[QR]</a:t>
            </a:r>
            <a:endParaRPr lang="LID4096" dirty="0"/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{{Lead paragraph font size max. 34, length maximum of 4 rows.}}</a:t>
            </a:r>
          </a:p>
        </p:txBody>
      </p:sp>
      <p:pic>
        <p:nvPicPr>
          <p:cNvPr id="29" name="{{main_image}}">
            <a:extLst>
              <a:ext uri="{FF2B5EF4-FFF2-40B4-BE49-F238E27FC236}">
                <a16:creationId xmlns:a16="http://schemas.microsoft.com/office/drawing/2014/main" id="{717E7E43-7506-738D-B6ED-1B4A70E822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87" r="2661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