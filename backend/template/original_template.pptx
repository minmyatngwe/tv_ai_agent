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04/07/2026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{{Label font size 40}}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41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</a:t>
            </a:r>
            <a:r>
              <a:rPr lang="en-US" sz="2500" spc="-55" dirty="0" err="1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information,font</a:t>
            </a: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 size 25,max 5 rows}}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160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{{Title font size 70, max 2 rows}}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{{Call out text e.g. read more, </a:t>
            </a:r>
            <a:r>
              <a:rPr lang="en-US" sz="270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size 27</a:t>
            </a: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, 2 rows}}</a:t>
            </a:r>
          </a:p>
        </p:txBody>
      </p:sp>
      <p:sp>
        <p:nvSpPr>
          <p:cNvPr id="21" name="{{qr_code}}">
            <a:extLst>
              <a:ext uri="{FF2B5EF4-FFF2-40B4-BE49-F238E27FC236}">
                <a16:creationId xmlns:a16="http://schemas.microsoft.com/office/drawing/2014/main" id="{9762A17B-CA62-9AA6-3C15-C369721B3635}"/>
              </a:ext>
            </a:extLst>
          </p:cNvPr>
          <p:cNvSpPr/>
          <p:nvPr/>
        </p:nvSpPr>
        <p:spPr>
          <a:xfrm>
            <a:off x="1028700" y="7424191"/>
            <a:ext cx="1943100" cy="1834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[QR]</a:t>
            </a:r>
            <a:endParaRPr lang="LID4096" dirty="0"/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{{Lead paragraph font size 34, max </a:t>
            </a:r>
            <a:r>
              <a:rPr lang="en-US" sz="3399" spc="-74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4 rows}}</a:t>
            </a:r>
            <a:endParaRPr lang="en-US" sz="3399" spc="-74" dirty="0">
              <a:solidFill>
                <a:srgbClr val="FFFFFF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29" name="{{main_image}}">
            <a:extLst>
              <a:ext uri="{FF2B5EF4-FFF2-40B4-BE49-F238E27FC236}">
                <a16:creationId xmlns:a16="http://schemas.microsoft.com/office/drawing/2014/main" id="{717E7E43-7506-738D-B6ED-1B4A70E82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2661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59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Bai Jamjuree</vt:lpstr>
      <vt:lpstr>Aptos</vt:lpstr>
      <vt:lpstr>Bai Jamjuree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15</cp:revision>
  <dcterms:created xsi:type="dcterms:W3CDTF">2006-08-16T00:00:00Z</dcterms:created>
  <dcterms:modified xsi:type="dcterms:W3CDTF">2026-04-07T14:23:17Z</dcterms:modified>
  <dc:identifier>DAHCNgRNLkU</dc:identifier>
</cp:coreProperties>
</file>