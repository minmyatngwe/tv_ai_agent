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ilda Display" panose="020B0604020202020204" charset="0"/>
      <p:regular r:id="rId3"/>
    </p:embeddedFont>
    <p:embeddedFont>
      <p:font typeface="HK Grotesk 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grpSp>
        <p:nvGrpSpPr>
          <p:cNvPr id="5" name="Group 5"/>
          <p:cNvGrpSpPr/>
          <p:nvPr/>
        </p:nvGrpSpPr>
        <p:grpSpPr>
          <a:xfrm>
            <a:off x="10734675" y="1113345"/>
            <a:ext cx="6861952" cy="3588705"/>
            <a:chOff x="0" y="-47625"/>
            <a:chExt cx="9149270" cy="47849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9964"/>
              <a:ext cx="9149270" cy="1247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t>Apply to study at the RoboAI Academy!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67530"/>
              <a:ext cx="9149270" cy="2021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58"/>
                </a:lnSpc>
              </a:pPr>
              <a:r>
                <a:t>Learning happens through hands-on projects rather than traditional lectures with workable solutions meeting customer needs. Selections are made based on application and interviews in May. The academy fosters international collaboration with English as a primary language.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49270" cy="50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8"/>
                </a:lnSpc>
              </a:pPr>
              <a:r>
                <a:t>Hands-on learning through projects for engineering students</a:t>
              </a:r>
            </a:p>
          </p:txBody>
        </p:sp>
      </p:grpSp>
      <p:pic>
        <p:nvPicPr>
          <p:cNvPr id="9" name="Picture 8" descr="download_imag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66750"/>
            <a:ext cx="8629650" cy="895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HK Grotesk Light</vt:lpstr>
      <vt:lpstr>Gilda Display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second_testing_template</dc:title>
  <cp:lastModifiedBy>Min Myat Ngwe</cp:lastModifiedBy>
  <cp:revision>4</cp:revision>
  <dcterms:created xsi:type="dcterms:W3CDTF">2006-08-16T00:00:00Z</dcterms:created>
  <dcterms:modified xsi:type="dcterms:W3CDTF">2026-03-28T11:17:42Z</dcterms:modified>
  <dc:identifier>DAHEknaziPs</dc:identifier>
</cp:coreProperties>
</file>